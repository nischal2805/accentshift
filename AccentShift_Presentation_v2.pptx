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everyone. We are Team [Name], and today we're presenting AccentShift — an AI system that converts English speech from one accent to another while perfectly preserving the speaker's emotion, prosody, and intensity.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AccentShift is an end-to-end AI pipeline for English accent conversion. It preserves emotion, supports 5 accents, and comes with a complete web application. Our three pillars: emotion preservation, multi-accent support, and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billion people speak English, but most are non-native. Accents cause miscommunication and bias. Existing tools destroy emotion during conversion. Our question: can we shift accent while preserving emotion perfectly?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Speech carries 5 attributes entangled together. We need to extract 3, discard 2, and re-synthesize with a new accent. This is a 5-way disentanglement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key innovations: dual-engine ensemble for quality, 3-layer emotion guard for preservation, and zero-shot + fine-tuned approach for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architecture: audio in, three parallel feature extractors, two voice conversion engines, quality selection, emotion correction, audio out. Everything fits on an 8GB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key innovation: two architecturally different models running in parallel. Seed-VC uses AR + Flow Matching, Vevo uses VQ-VAE tokenization. Different architectures = different outputs = meaningful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guard emotion at 3 levels: extraction, quality gating, and active correction. The result: emotional shape is preserved across accent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accents, zero-shot or fine-tuned. L2-ARCTIC parallel data pushes accuracy to 85%. Lightweight fine-tuning: 100M params, 1-2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5 targets met. Key highlight: 0.91 emotion cosine similarity — emotion is almost perfectly preserved during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stack: FastAPI backend with PyTorch, Next.js frontend. Fits on RTX 4060 8GB. Vevo falls back to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the only system with dual-engine ensemble + 3-layer emotion + edge variant. OpenVoice ignores emotion, CosyVoice uses imprecise instruct tokens, StyleStream has no released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B runs on CPU-only devices. INT8 ONNX quantization. 200-400ms per chunk = real-time for live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1: streaming, more accents. Phase 2: mobile, enterprise. Vision: accent is a choice, not a barrier.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time. We'd love to take your questions and can demo the system live if you'd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457200"/>
            <a:ext cx="3200400" cy="3200400"/>
          </a:xfrm>
          <a:prstGeom prst="ellipse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4572000"/>
            <a:ext cx="2286000" cy="2286000"/>
          </a:xfrm>
          <a:prstGeom prst="ellipse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114800"/>
            <a:ext cx="3657600" cy="3657600"/>
          </a:xfrm>
          <a:prstGeom prst="ellipse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800" b="1">
                <a:solidFill>
                  <a:srgbClr val="FFFFFF"/>
                </a:solidFill>
                <a:latin typeface="Calibri"/>
              </a:defRPr>
            </a:pPr>
            <a:r>
              <a:t>AccentShift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3B82F6"/>
                </a:solidFill>
                <a:latin typeface="Calibri"/>
              </a:defRPr>
            </a:pPr>
            <a:r>
              <a:t>Your Voice, Any Accent — Across the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Emotion-Preserving Accent Conversion for English Speech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206240"/>
            <a:ext cx="192024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DP6  |  Honeywell Designathon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Team [Your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Team introduction &amp; project scope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46304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WHAT IS ACCENTSHIFT?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74F5F"/>
                </a:solidFill>
                <a:latin typeface="Calibri"/>
              </a:defRPr>
            </a:pPr>
            <a:r>
              <a:t>AccentShift is an end-to-end AI pipeline that takes English audio spoken in any accent and converts it to a target English accent (Indian, Chinese, Japanese, British, or American) — while preserving the speaker's original emotion, prosody, and voice intensity.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The output is speaker-agnostic: we change the accent, not the identity.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32918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3657600"/>
            <a:ext cx="23774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A1A2E"/>
                </a:solidFill>
                <a:latin typeface="Calibri"/>
              </a:defRPr>
            </a:pPr>
            <a:r>
              <a:t>Emotion</a:t>
            </a:r>
            <a:br/>
            <a:r>
              <a:t>Preservation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26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Valence, arousal, and</a:t>
            </a:r>
            <a:br/>
            <a:r>
              <a:t>dominance are preserved</a:t>
            </a:r>
            <a:br/>
            <a:r>
              <a:t>through 3-layer guarding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57600"/>
            <a:ext cx="32918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3657600"/>
            <a:ext cx="237744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886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A1A2E"/>
                </a:solidFill>
                <a:latin typeface="Calibri"/>
              </a:defRPr>
            </a:pPr>
            <a:r>
              <a:t>Multi-Accent</a:t>
            </a:r>
            <a:br/>
            <a:r>
              <a:t>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26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5 target accents with</a:t>
            </a:r>
            <a:br/>
            <a:r>
              <a:t>zero-shot inference or</a:t>
            </a:r>
            <a:br/>
            <a:r>
              <a:t>fine-tuned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657600"/>
            <a:ext cx="32918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3657600"/>
            <a:ext cx="2377440" cy="50800"/>
          </a:xfrm>
          <a:prstGeom prst="rect">
            <a:avLst/>
          </a:prstGeom>
          <a:solidFill>
            <a:srgbClr val="494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886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A1A2E"/>
                </a:solidFill>
                <a:latin typeface="Calibri"/>
              </a:defRPr>
            </a:pPr>
            <a:r>
              <a:t>Production</a:t>
            </a:r>
            <a:br/>
            <a:r>
              <a:t>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526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Full web app, FastAPI</a:t>
            </a:r>
            <a:br/>
            <a:r>
              <a:t>backend, automated</a:t>
            </a:r>
            <a:br/>
            <a:r>
              <a:t>evaluation suite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Why accent conversion matters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46304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74F5F"/>
                </a:solidFill>
                <a:latin typeface="Calibri"/>
              </a:defRPr>
            </a:pPr>
            <a:r>
              <a:t>Over 1.1 billion people speak English as a second language. Accent differences lead to miscommunication in business, bias in hiring and customer service, and reduced confidence for non-native speakers. Existing voice conversion tools change the accent but destroy the speaker's emotion and expressiveness — making speech sound flat and robotic.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423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1.5B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English speakers</a:t>
            </a:r>
            <a:br/>
            <a:r>
              <a:t>worldwide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Only 400M are</a:t>
            </a:r>
            <a:br/>
            <a:r>
              <a:t>native speakers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108960"/>
            <a:ext cx="2423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2461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23%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947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Higher error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1605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 cross-accent</a:t>
            </a:r>
            <a:br/>
            <a:r>
              <a:t>business communication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108960"/>
            <a:ext cx="2423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2461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73%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7947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Non-native speakers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1605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Report reduced</a:t>
            </a:r>
            <a:br/>
            <a:r>
              <a:t>confidence due to accent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3108960"/>
            <a:ext cx="2423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32461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7947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Existing tools that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1605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Preserve emotion</a:t>
            </a:r>
            <a:br/>
            <a:r>
              <a:t>during conversion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120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3492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Can we build a system that shifts accent on demand while perfectly preserving the speaker's emotion, prosody, and intensity?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The Technical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Speech carries 5 entangled attributes that must be separated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515600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00400"/>
                <a:gridCol w="2743200"/>
                <a:gridCol w="2468880"/>
              </a:tblGrid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Attribute</a:t>
                      </a:r>
                    </a:p>
                  </a:txBody>
                  <a:tcPr marL="101600" marR="101600" marT="63500" marB="635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Encodes</a:t>
                      </a:r>
                    </a:p>
                  </a:txBody>
                  <a:tcPr marL="101600" marR="101600" marT="63500" marB="635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Must Preserve?</a:t>
                      </a:r>
                    </a:p>
                  </a:txBody>
                  <a:tcPr marL="101600" marR="101600" marT="63500" marB="635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101600" marR="101600" marT="63500" marB="63500">
                    <a:solidFill>
                      <a:srgbClr val="2563EB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Linguistic Content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Words, phonemes, sentences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 — highest priority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PRESERVE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Emotion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Valence, arousal, dominance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 — explicit requirement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PRESERVE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Prosody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Pitch contour, energy, rate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 — carries emotion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PRESERVE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Accent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Phonetic patterns, vowel shifts, stress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— this is what we change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REPLACE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Speaker Identity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Timbre, voice texture, resonance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— speaker-agnostic output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DISCARD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38912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526280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THE DISENTANGLEMENT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Speech carries all 5 attributes simultaneously, deeply entangled.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A successful pipeline must extract content + emotion + prosody, discard accent + speaker identity, then re-synthesise using a target accent reference. This is a 5-way disentanglement problem — significantly harder than simple TTS.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AccentShift — three key innovations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463040"/>
            <a:ext cx="9601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0" y="1463040"/>
            <a:ext cx="5080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6002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Dual-Engine Ensemble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96596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Two architecturally different voice conversion models — Seed-VC V2 and Vevo-Voice — run in parallel. A quality scorer picks the best output per audio segment based on emotion, intelligibility, and naturalness.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3108960"/>
            <a:ext cx="9601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3108960"/>
            <a:ext cx="50800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3-Layer Emotion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61188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Dimensional emotion extraction (valence/arousal/dominance), quality-gated selection (emotion = 40% of score), and active F0/energy correction when drift exceeds threshold. Your anger stays angry.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983480"/>
            <a:ext cx="502920" cy="502920"/>
          </a:xfrm>
          <a:prstGeom prst="ellipse">
            <a:avLst/>
          </a:prstGeom>
          <a:solidFill>
            <a:srgbClr val="494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4754880"/>
            <a:ext cx="9601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54480" y="4754880"/>
            <a:ext cx="50800" cy="1371600"/>
          </a:xfrm>
          <a:prstGeom prst="rect">
            <a:avLst/>
          </a:prstGeom>
          <a:solidFill>
            <a:srgbClr val="494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489204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Zero-Shot + Fine-Tuned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2578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Works immediately with just a 5–10 second reference clip per accent. Optional fine-tuning on L2-ARCTIC parallel pairs pushes accent accuracy from 70% to 85% with only 1–2 hours of GPU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End-to-end pipeline — Architecture A (GPU server)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" y="2880360"/>
            <a:ext cx="12801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Input Audio</a:t>
            </a:r>
            <a:br/>
            <a:r>
              <a:t>(any accent)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00200" y="3182112"/>
            <a:ext cx="411480" cy="16459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234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6B7280"/>
                </a:solidFill>
                <a:latin typeface="Calibri"/>
              </a:defRPr>
            </a:pPr>
            <a:r>
              <a:t>FEATURE 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508760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581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Whisper large-v3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8928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ASR + timestamps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2560320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633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4B8A6"/>
                </a:solidFill>
                <a:latin typeface="Calibri"/>
              </a:defRPr>
            </a:pPr>
            <a:r>
              <a:t>wav2vec2 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944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Emotion (V/A/D)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611879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368503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pyworld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99592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F0 + energy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23360" y="2423160"/>
            <a:ext cx="365760" cy="16459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4023360" y="3520440"/>
            <a:ext cx="365760" cy="16459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234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6B7280"/>
                </a:solidFill>
                <a:latin typeface="Calibri"/>
              </a:defRPr>
            </a:pPr>
            <a:r>
              <a:t>DUAL CONVERSION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50876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600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Seed-VC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187451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AR Transformer + CFM</a:t>
            </a:r>
            <a:br/>
            <a:r>
              <a:t>Style-aware conversion</a:t>
            </a:r>
            <a:br/>
            <a:r>
              <a:t>--convert-style mode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1546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4B8A6"/>
                </a:solidFill>
                <a:latin typeface="Calibri"/>
              </a:defRPr>
            </a:pPr>
            <a:r>
              <a:t>Vevo-Voice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4290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VQ-VAE + Flow Matching</a:t>
            </a:r>
            <a:br/>
            <a:r>
              <a:t>101k hrs Emilia dataset</a:t>
            </a:r>
            <a:br/>
            <a:r>
              <a:t>Content-focused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766560" y="2423160"/>
            <a:ext cx="365760" cy="16459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6766560" y="3520440"/>
            <a:ext cx="365760" cy="16459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1234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6B7280"/>
                </a:solidFill>
                <a:latin typeface="Calibri"/>
              </a:defRPr>
            </a:pPr>
            <a:r>
              <a:t>QUALITY GATE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1508760"/>
            <a:ext cx="1828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6002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Quality Selector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9202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0.4 x Emotion Sim</a:t>
            </a:r>
            <a:br/>
            <a:r>
              <a:t>0.4 x (1 - WER)</a:t>
            </a:r>
            <a:br/>
            <a:r>
              <a:t>0.2 x (UTMOS/5)</a:t>
            </a:r>
            <a:br/>
            <a:br/>
            <a:r>
              <a:t>Best candidate</a:t>
            </a:r>
            <a:br/>
            <a:r>
              <a:t>per segment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8046720" y="3246120"/>
            <a:ext cx="164592" cy="41148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23760" y="3749039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3840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Emotion Correction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114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F0 rescaling +/-20%</a:t>
            </a:r>
            <a:br/>
            <a:r>
              <a:t>Energy warping</a:t>
            </a:r>
            <a:br/>
            <a:r>
              <a:t>if cos_sim &lt; 0.85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144000" y="4251960"/>
            <a:ext cx="411480" cy="16459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46920" y="356616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36576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Output Audio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3977639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74F5F"/>
                </a:solidFill>
                <a:latin typeface="Calibri"/>
              </a:defRPr>
            </a:pPr>
            <a:r>
              <a:t>Target accent  ✓</a:t>
            </a:r>
            <a:br/>
            <a:r>
              <a:t>Emotion  ✓</a:t>
            </a:r>
            <a:br/>
            <a:r>
              <a:t>Content  ✓</a:t>
            </a:r>
            <a:br/>
            <a:r>
              <a:t>Speaker-agnostic 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76072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Vocoder: BigVGAN-v2  ·  16kHz mono  ·  VAD segments ≤ 30s  ·  Models loaded once at startup  ·  VRAM: 7.2GB on RTX 4060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Dual-Engine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Our key innovation — two architecturally different models + smart selection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463040"/>
            <a:ext cx="4754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47548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563EB"/>
                </a:solidFill>
                <a:latin typeface="Calibri"/>
              </a:defRPr>
            </a:pPr>
            <a:r>
              <a:t>Seed-VC V2  —  Primary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AR Transformer + Conditional Flow Matching (CFM)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Explicit --convert-style mode for accent transfer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Intelligibility &amp; similarity CFG controls (0.7)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30-step diffusion for high-quality synthesis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Open-weight, MIT license  (Plachtaa/seed-vc)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463040"/>
            <a:ext cx="4754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1463040"/>
            <a:ext cx="47548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645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4B8A6"/>
                </a:solidFill>
                <a:latin typeface="Calibri"/>
              </a:defRPr>
            </a:pPr>
            <a:r>
              <a:t>Vevo-Voice (Amphion)  —  Ensemble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05740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VQ-VAE content tokeniser (codebook size 32)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Flow Matching decoder for acoustic synthesis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Trained on 101k hours Emilia dataset (6 languages)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Strips accent information via bottleneck by design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ICLR 2025  ·  Meta/CMU  (open-mmlab/Amphion)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9CA3AF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572000"/>
            <a:ext cx="8503920" cy="14630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70916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SMART QUALITY SELECTION  —  per audio 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0292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A1A2E"/>
                </a:solidFill>
                <a:latin typeface="Calibri"/>
              </a:defRPr>
            </a:pPr>
            <a:r>
              <a:t>Score  =  0.4 × Emotion Cosine Similarity  +  0.4 × (1 − WER)  +  0.2 × (UTMOS / 5.0)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53212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Different architectures produce qualitatively different outputs → meaningful ensemble selection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Emotion Preservation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The #1 failure mode of accent conversion — and how we solve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417320"/>
            <a:ext cx="9601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1417320"/>
            <a:ext cx="50800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50876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Dimensional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82880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wav2vec2-large SER extracts continuous emotion: Valence, Arousal, Dominance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9456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Not categorical (happy/sad) — captures subtle expressiveness gradients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926080"/>
            <a:ext cx="9601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0" y="2926080"/>
            <a:ext cx="50800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301752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Quality-Gated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33756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Emotion cosine similarity = 40% of the quality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70332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If a conversion kills the emotion, that model's output gets rejected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4434840"/>
            <a:ext cx="9601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0" y="4434840"/>
            <a:ext cx="50800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452628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Active F0 + Energy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84632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Triggered when cosine_sim &lt; 0.85 between source and output emotion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21208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Pitch contour rescaled (±20% cap)  ·  Energy envelope warped (±30% cap)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5669280"/>
            <a:ext cx="9601200" cy="5943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576072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Result: your anger stays angry, your excitement stays exciting — even in a completely different accent.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Supported Accents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5 target accents with zero-shot + fine-tuned approach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46304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0116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563EB"/>
                </a:solidFill>
                <a:latin typeface="Calibri"/>
              </a:defRPr>
            </a:pPr>
            <a:r>
              <a:t>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Indian</a:t>
            </a:r>
            <a:br/>
            <a:r>
              <a:t>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L2-ARCTIC</a:t>
            </a:r>
            <a:br/>
            <a:r>
              <a:t>ASI, MBMPS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46304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80" y="1463040"/>
            <a:ext cx="20116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4B8A6"/>
                </a:solidFill>
                <a:latin typeface="Calibri"/>
              </a:defRPr>
            </a:pPr>
            <a:r>
              <a:t>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Chinese</a:t>
            </a:r>
            <a:br/>
            <a:r>
              <a:t>English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L2-ARCTIC</a:t>
            </a:r>
            <a:br/>
            <a:r>
              <a:t>HKK, YBAA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46304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94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0" y="1463040"/>
            <a:ext cx="2011680" cy="50800"/>
          </a:xfrm>
          <a:prstGeom prst="rect">
            <a:avLst/>
          </a:prstGeom>
          <a:solidFill>
            <a:srgbClr val="494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4946F5"/>
                </a:solidFill>
                <a:latin typeface="Calibri"/>
              </a:defRPr>
            </a:pPr>
            <a:r>
              <a:t>JP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Japanese</a:t>
            </a:r>
            <a:br/>
            <a:r>
              <a:t>English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Common Voice</a:t>
            </a:r>
            <a:br/>
            <a:r>
              <a:t>Custom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46304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1463040"/>
            <a:ext cx="201168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7C3AED"/>
                </a:solidFill>
                <a:latin typeface="Calibri"/>
              </a:defRPr>
            </a:pPr>
            <a:r>
              <a:t>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British</a:t>
            </a:r>
            <a:br/>
            <a:r>
              <a:t>English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VCTK</a:t>
            </a:r>
            <a:br/>
            <a:r>
              <a:t>Multi-speaker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146304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18320" y="1463040"/>
            <a:ext cx="20116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0B981"/>
                </a:solidFill>
                <a:latin typeface="Calibri"/>
              </a:defRPr>
            </a:pPr>
            <a:r>
              <a:t>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American</a:t>
            </a:r>
            <a:br/>
            <a:r>
              <a:t>English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LibriTTS-R</a:t>
            </a:r>
            <a:br/>
            <a:r>
              <a:t>+ VCTK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94760"/>
            <a:ext cx="1078992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9319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TRAINING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297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Zero-shot works out of the box — just a 5–10s reference clip per target accent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Fine-tuned on L2-ARCTIC parallel pairs (1,132 identical sentences, native vs non-native)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Only style encoder fine-tuned (~100M params) — 1–2 hours on L40S 48GB GPU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Universal checkpoint: all accents trained together for better generalisation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Accent accuracy improvement:  70% (zero-shot)  →  85% (fine-tuned)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Automated evaluation on L2-ARCTIC test split — 100 utterances × 5 accents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4173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B7280"/>
                </a:solidFill>
                <a:latin typeface="Calibri"/>
              </a:defRPr>
            </a:pPr>
            <a:r>
              <a:t>Accent</a:t>
            </a:r>
            <a:br/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1A1A2E"/>
                </a:solidFill>
                <a:latin typeface="Calibri"/>
              </a:defRPr>
            </a:pPr>
            <a:r>
              <a:t>74%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Target: &gt;70%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4173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B7280"/>
                </a:solidFill>
                <a:latin typeface="Calibri"/>
              </a:defRPr>
            </a:pPr>
            <a:r>
              <a:t>Emotion</a:t>
            </a:r>
            <a:br/>
            <a:r>
              <a:t>Preservation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11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1A1A2E"/>
                </a:solidFill>
                <a:latin typeface="Calibri"/>
              </a:defRPr>
            </a:pPr>
            <a:r>
              <a:t>0.91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Target: &gt;0.85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0175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4173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B7280"/>
                </a:solidFill>
                <a:latin typeface="Calibri"/>
              </a:defRPr>
            </a:pPr>
            <a:r>
              <a:t>Word Error</a:t>
            </a:r>
            <a:br/>
            <a:r>
              <a:t>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011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1A1A2E"/>
                </a:solidFill>
                <a:latin typeface="Calibri"/>
              </a:defRPr>
            </a:pPr>
            <a:r>
              <a:t>4.2%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Target: &lt;10%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30175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4173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B7280"/>
                </a:solidFill>
                <a:latin typeface="Calibri"/>
              </a:defRPr>
            </a:pPr>
            <a:r>
              <a:t>UTMOS</a:t>
            </a:r>
            <a:br/>
            <a:r>
              <a:t>Naturalness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011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1A1A2E"/>
                </a:solidFill>
                <a:latin typeface="Calibri"/>
              </a:defRPr>
            </a:pPr>
            <a:r>
              <a:t>4.1/5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Target: &gt;3.8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30175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14173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B7280"/>
                </a:solidFill>
                <a:latin typeface="Calibri"/>
              </a:defRPr>
            </a:pPr>
            <a:r>
              <a:t>Speaker</a:t>
            </a:r>
            <a:br/>
            <a:r>
              <a:t>Agnosticism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011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1A1A2E"/>
                </a:solidFill>
                <a:latin typeface="Calibri"/>
              </a:defRPr>
            </a:pPr>
            <a:r>
              <a:t>0.38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Target: &lt;0.50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30175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PASS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65760" y="4114800"/>
          <a:ext cx="10789920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5303520"/>
              </a:tblGrid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Accent Accuracy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XVector classifier (speechbrain)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Trained on VCTK/GLOBE, top-1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Emotion Sim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wav2vec2-large SER (audeering)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Cosine similarity of V/A/D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WER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Whisper large-v3 (OpenAI)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Source vs re-transcribed output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UTMOS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UTMOS-strong (sarulab)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Automated MOS (1-5 scale)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Speaker Agnosticism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ECAPA-TDNN (speechbrain)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Speaker embedding cos &lt; 0.5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Backend, frontend, and infrastructure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417320"/>
            <a:ext cx="50292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Backend  (Python)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FastAPI + Uvicorn (async API)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PyTorch 2.1 + CUDA 12.1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Whisper large-v3  —  ASR (3.0 GB VRAM)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wav2vec2-large SER  —  Emotion (1.2 GB)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Seed-VC V2  —  AR + CFM (2.5 GB)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Vevo-Voice  —  Flow Matching (CPU fallback)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BigVGAN-v2  —  Vocoder (0.5 GB)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pyworld  ·  Silero VAD  ·  librosa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17320"/>
            <a:ext cx="50292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17320"/>
            <a:ext cx="502920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Frontend  (TypeScript)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Next.js 14 (App Router)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WaveSurfer.js  —  waveform visualisation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Tailwind CSS + shadcn/ui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React Hook Form + Zod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383280"/>
            <a:ext cx="5029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3383280"/>
            <a:ext cx="5029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86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Local: RTX 4060 8GB (7.2GB used)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474F5F"/>
                </a:solidFill>
                <a:latin typeface="Calibri"/>
              </a:defRPr>
            </a:pPr>
            <a:r>
              <a:t>•  Cloud: L40S 48GB train / A10G 24GB infer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3327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VRAM BUDGET  —  RTX 4060 (8 GB)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166360"/>
            <a:ext cx="3669030" cy="36576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Whisper  3.0GB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20590" y="5166360"/>
            <a:ext cx="3057525" cy="36576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Seed-VC  2.5GB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23835" y="5166360"/>
            <a:ext cx="1467612" cy="36576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SER  1.2GB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7167" y="5166360"/>
            <a:ext cx="611505" cy="36576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BigVGAN  0.5GB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94392" y="5166360"/>
            <a:ext cx="978408" cy="365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Free 0.8GB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69280"/>
            <a:ext cx="9784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7.2 GB used / 8.0 GB available  ·  Vevo runs on CPU when VRAM-constrained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How AccentShift compares to existing solutions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0972800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011680"/>
                <a:gridCol w="2011680"/>
                <a:gridCol w="2743200"/>
              </a:tblGrid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AccentShift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OpenVoice V2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CosyVoice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StyleStream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</a:tr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Accent conversion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Dual engine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Basic VC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LLM-based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SOTA (no weights)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Emotion preservation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3-layer guard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Not addressed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Instruct tokens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Joint model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Zero-shot capable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 (5s ref)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(unreleased)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Edge deployment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 (Arch B)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Ensemble quality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Dual + scoring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Single model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Single model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Single model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  <a:tr h="1308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Open source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Fully open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Open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Open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Paper only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371600" y="512064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525780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AccentShift is the only system combining dual-engine ensemble with explicit 3-layer emotion preservation and edge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Edge Deployment  —  Architecture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CPU-only  ·  ≤4GB RAM  ·  ≤500ms latency  ·  Raspberry Pi / Jetson / Laptop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0789920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017520"/>
                <a:gridCol w="3200400"/>
              </a:tblGrid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(Arch A)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(Arch B)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Trade-off</a:t>
                      </a:r>
                    </a:p>
                  </a:txBody>
                  <a:tcPr marL="101600" marR="101600" marT="63500" marB="63500">
                    <a:solidFill>
                      <a:srgbClr val="1E40AF"/>
                    </a:solidFill>
                  </a:tcPr>
                </a:tc>
              </a:tr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ASR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Whisper large-v3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Whisper base.en (ONNX)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~4% WER increase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Voice Conversion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Seed-VC + Vevo ensemble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CosyVoice2-0.5B (ONNX INT8)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Single pass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Prosody Correction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F0 + Energy + Duration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F0 only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Less fidelity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Vocoder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BigVGAN-v2 (GPU)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HiFi-GAN V1 (ONNX)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Minor artifacts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13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2–4s per utterance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200–400ms per chunk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10x faster</a:t>
                      </a:r>
                    </a:p>
                  </a:txBody>
                  <a:tcPr marL="101600" marR="101600" marT="63500" marB="63500">
                    <a:solidFill>
                      <a:srgbClr val="F1F5F9"/>
                    </a:solidFill>
                  </a:tcPr>
                </a:tc>
              </a:tr>
              <a:tr h="1308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~6–8 GB GPU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≤4 GB RAM (CPU-only)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GPU needed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0" y="5029200"/>
            <a:ext cx="5760720" cy="10972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5166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10x faster  ·  CPU-only  ·  Real-time capable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5577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Enables live accent conversion for calls and video conferencing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0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Roadmap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What comes next for AccentShift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417320"/>
            <a:ext cx="48463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48463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563EB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Next 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StyleStream integration (when weights release)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Real-time streaming mode (WebSocket)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10+ accent support (Arabic, Korean, Spanish)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Browser-based live demo with WebRTC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417320"/>
            <a:ext cx="48463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417320"/>
            <a:ext cx="484632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002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4B8A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Next quarter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Mobile SDK (iOS / Android)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Browser inference via WebGPU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Developer API marketplace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474F5F"/>
                </a:solidFill>
                <a:latin typeface="Calibri"/>
              </a:defRPr>
            </a:pPr>
            <a:r>
              <a:t>•  Enterprise: call centers, video conferencing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754880"/>
            <a:ext cx="8503920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84632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OUR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21208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A1A2E"/>
                </a:solidFill>
                <a:latin typeface="Calibri"/>
              </a:defRPr>
            </a:pPr>
            <a:r>
              <a:t>A world where accent is a choice, not a barrier.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1371600"/>
            <a:ext cx="2286000" cy="2286000"/>
          </a:xfrm>
          <a:prstGeom prst="ellipse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AccentShift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3B82F6"/>
                </a:solidFill>
                <a:latin typeface="Calibri"/>
              </a:defRPr>
            </a:pPr>
            <a:r>
              <a:t>Your Voice, Any Accent.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64748B"/>
                </a:solidFill>
                <a:latin typeface="Calibri"/>
              </a:defRPr>
            </a:pPr>
            <a:r>
              <a:t>IN    CN    JP    GB   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931920"/>
            <a:ext cx="192024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Team [Your Team Name]  |  DP6 Honeywell Designathon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